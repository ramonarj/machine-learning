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A7136-EA37-43F0-A50F-38B6A28EF1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ES" sz="3600" dirty="0"/>
              <a:t>Aprendizaje automático y minería de datos</a:t>
            </a:r>
            <a:br>
              <a:rPr lang="es-ES" dirty="0"/>
            </a:br>
            <a:br>
              <a:rPr lang="es-ES" dirty="0"/>
            </a:br>
            <a:r>
              <a:rPr lang="es-ES" dirty="0"/>
              <a:t>Trabajo final</a:t>
            </a:r>
            <a:br>
              <a:rPr lang="es-ES" dirty="0"/>
            </a:br>
            <a:r>
              <a:rPr lang="es-ES" sz="4900" dirty="0"/>
              <a:t>Clasificador de flores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D37D78-AF9D-4054-8167-3FAD8120F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9287" y="5202238"/>
            <a:ext cx="3716508" cy="533399"/>
          </a:xfrm>
        </p:spPr>
        <p:txBody>
          <a:bodyPr/>
          <a:lstStyle/>
          <a:p>
            <a:r>
              <a:rPr lang="es-ES" dirty="0"/>
              <a:t>Ramón Arjona Quiñones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3213009-0159-4A3F-A7CE-6BD27573451E}"/>
              </a:ext>
            </a:extLst>
          </p:cNvPr>
          <p:cNvSpPr txBox="1">
            <a:spLocks/>
          </p:cNvSpPr>
          <p:nvPr/>
        </p:nvSpPr>
        <p:spPr>
          <a:xfrm>
            <a:off x="2090968" y="3619946"/>
            <a:ext cx="879157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800" dirty="0"/>
              <a:t>Universidad complutense de </a:t>
            </a:r>
            <a:r>
              <a:rPr lang="es-ES" sz="2800" dirty="0" err="1"/>
              <a:t>madrid</a:t>
            </a:r>
            <a:endParaRPr lang="es-ES" sz="28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9EE0F361-CB33-48F3-BFA5-1C52238565FE}"/>
              </a:ext>
            </a:extLst>
          </p:cNvPr>
          <p:cNvSpPr txBox="1">
            <a:spLocks/>
          </p:cNvSpPr>
          <p:nvPr/>
        </p:nvSpPr>
        <p:spPr>
          <a:xfrm>
            <a:off x="7621756" y="5202238"/>
            <a:ext cx="3577423" cy="533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Celia castaños </a:t>
            </a:r>
            <a:r>
              <a:rPr lang="es-ES" dirty="0" err="1"/>
              <a:t>bornaechea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99228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97CBF27B-3EF2-4B5B-A8C5-BAADB295D7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33" t="18411" r="17938" b="4785"/>
          <a:stretch/>
        </p:blipFill>
        <p:spPr>
          <a:xfrm>
            <a:off x="2954128" y="3429000"/>
            <a:ext cx="2077182" cy="204787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97C3332-CEA0-46DE-A948-96DDC48C08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07" t="8648" r="32617" b="12026"/>
          <a:stretch/>
        </p:blipFill>
        <p:spPr>
          <a:xfrm>
            <a:off x="6781006" y="3429000"/>
            <a:ext cx="2499162" cy="20478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6E08BB3-67B6-49E4-AF82-FB64CFA28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13DA3F-8BD4-486B-89E5-E1C43C8FE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11573"/>
            <a:ext cx="9905999" cy="3541714"/>
          </a:xfrm>
        </p:spPr>
        <p:txBody>
          <a:bodyPr/>
          <a:lstStyle/>
          <a:p>
            <a:r>
              <a:rPr lang="es-ES" sz="2800" dirty="0"/>
              <a:t>Identificar el tipo de flor</a:t>
            </a:r>
          </a:p>
          <a:p>
            <a:r>
              <a:rPr lang="es-ES" sz="2800" dirty="0"/>
              <a:t>4242 fotos – unas 800 por tipo</a:t>
            </a:r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70EF97-0CCF-4A4C-9288-157700D7F2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000" r="12554" b="271"/>
          <a:stretch/>
        </p:blipFill>
        <p:spPr>
          <a:xfrm>
            <a:off x="4773276" y="3429000"/>
            <a:ext cx="2443527" cy="204787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C15BE74-0362-4553-B891-6367F5CD36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9270" y="3429000"/>
            <a:ext cx="2286000" cy="20478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1717C0-8D04-4BD1-8C66-50767AB6EB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78" y="3429000"/>
            <a:ext cx="1971079" cy="2047874"/>
          </a:xfrm>
          <a:prstGeom prst="rect">
            <a:avLst/>
          </a:prstGeom>
        </p:spPr>
      </p:pic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684982B9-4185-4E71-B333-A4750BA24A7C}"/>
              </a:ext>
            </a:extLst>
          </p:cNvPr>
          <p:cNvSpPr txBox="1">
            <a:spLocks/>
          </p:cNvSpPr>
          <p:nvPr/>
        </p:nvSpPr>
        <p:spPr>
          <a:xfrm>
            <a:off x="973553" y="5476874"/>
            <a:ext cx="10241717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tx2"/>
                </a:solidFill>
              </a:rPr>
              <a:t>  Margarita 	      Girasol 	    Diente de León         Tulipán 	      Rosa</a:t>
            </a:r>
          </a:p>
        </p:txBody>
      </p:sp>
    </p:spTree>
    <p:extLst>
      <p:ext uri="{BB962C8B-B14F-4D97-AF65-F5344CB8AC3E}">
        <p14:creationId xmlns:p14="http://schemas.microsoft.com/office/powerpoint/2010/main" val="260887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6B8C5-61D0-4C14-8258-798147ADE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Carga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71749-17A4-47A2-96CE-33870DF7F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dirty="0"/>
              <a:t>200 imágenes por tipo</a:t>
            </a:r>
          </a:p>
          <a:p>
            <a:r>
              <a:rPr lang="es-ES" sz="2800" dirty="0"/>
              <a:t>OPENCV </a:t>
            </a:r>
            <a:r>
              <a:rPr lang="es-ES" sz="2800" dirty="0">
                <a:latin typeface="Aharoni" panose="020B0604020202020204" pitchFamily="2" charset="-79"/>
                <a:cs typeface="Aharoni" panose="020B0604020202020204" pitchFamily="2" charset="-79"/>
              </a:rPr>
              <a:t>→ </a:t>
            </a:r>
            <a:r>
              <a:rPr lang="es-ES" sz="2800" dirty="0"/>
              <a:t>lectura y </a:t>
            </a:r>
            <a:r>
              <a:rPr lang="es-ES" sz="2800" dirty="0" err="1"/>
              <a:t>reescalado</a:t>
            </a:r>
            <a:r>
              <a:rPr lang="es-ES" sz="2800" dirty="0"/>
              <a:t> imágenes</a:t>
            </a:r>
          </a:p>
          <a:p>
            <a:r>
              <a:rPr lang="es-ES" sz="2800" dirty="0"/>
              <a:t>División de los datos en 3 conjuntos</a:t>
            </a:r>
          </a:p>
          <a:p>
            <a:r>
              <a:rPr lang="es-ES" sz="2800" dirty="0"/>
              <a:t>Matrices </a:t>
            </a:r>
            <a:r>
              <a:rPr lang="es-ES" sz="2800" dirty="0">
                <a:latin typeface="Aharoni" panose="020B0604020202020204" pitchFamily="2" charset="-79"/>
                <a:cs typeface="Aharoni" panose="020B0604020202020204" pitchFamily="2" charset="-79"/>
              </a:rPr>
              <a:t>→ </a:t>
            </a:r>
            <a:r>
              <a:rPr lang="es-ES" sz="2800" dirty="0"/>
              <a:t>Archivo </a:t>
            </a:r>
            <a:r>
              <a:rPr lang="es-ES" sz="2800" b="1" i="1" dirty="0"/>
              <a:t>.</a:t>
            </a:r>
            <a:r>
              <a:rPr lang="es-ES" sz="2800" b="1" i="1" dirty="0" err="1"/>
              <a:t>mat</a:t>
            </a:r>
            <a:endParaRPr lang="es-ES" sz="2800" b="1" i="1" dirty="0"/>
          </a:p>
        </p:txBody>
      </p:sp>
    </p:spTree>
    <p:extLst>
      <p:ext uri="{BB962C8B-B14F-4D97-AF65-F5344CB8AC3E}">
        <p14:creationId xmlns:p14="http://schemas.microsoft.com/office/powerpoint/2010/main" val="66339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915E1-C907-4D00-A3D2-A7D3EC8C2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Regresión logística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88ECF9-3D31-4662-9FC0-39EE40F472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872533"/>
          </a:xfrm>
        </p:spPr>
        <p:txBody>
          <a:bodyPr>
            <a:normAutofit fontScale="92500" lnSpcReduction="20000"/>
          </a:bodyPr>
          <a:lstStyle/>
          <a:p>
            <a:r>
              <a:rPr lang="es-ES" sz="2800" dirty="0"/>
              <a:t>Multiclase</a:t>
            </a:r>
          </a:p>
          <a:p>
            <a:r>
              <a:rPr lang="es-ES" sz="2800" dirty="0"/>
              <a:t>Entrena buscando el </a:t>
            </a:r>
            <a:r>
              <a:rPr lang="el-GR" sz="2800" dirty="0"/>
              <a:t>λ</a:t>
            </a:r>
            <a:r>
              <a:rPr lang="es-ES" sz="2800" dirty="0"/>
              <a:t> óptimo</a:t>
            </a:r>
          </a:p>
          <a:p>
            <a:r>
              <a:rPr lang="es-ES" sz="2800" dirty="0"/>
              <a:t>Guarda los pesos óptimos</a:t>
            </a:r>
          </a:p>
          <a:p>
            <a:endParaRPr lang="es-ES" sz="2800" dirty="0"/>
          </a:p>
          <a:p>
            <a:pPr lvl="1"/>
            <a:r>
              <a:rPr lang="el-GR" sz="2800" dirty="0"/>
              <a:t> λ</a:t>
            </a:r>
            <a:r>
              <a:rPr lang="es-ES" sz="2800" dirty="0"/>
              <a:t> = 100 </a:t>
            </a:r>
          </a:p>
          <a:p>
            <a:pPr lvl="2">
              <a:buFont typeface="Tw Cen MT" panose="020B0602020104020603" pitchFamily="34" charset="0"/>
              <a:buChar char="–"/>
            </a:pPr>
            <a:r>
              <a:rPr lang="es-ES" sz="2400" dirty="0"/>
              <a:t> 93 % entrenamiento</a:t>
            </a:r>
          </a:p>
          <a:p>
            <a:pPr lvl="2">
              <a:buFont typeface="Tw Cen MT" panose="020B0602020104020603" pitchFamily="34" charset="0"/>
              <a:buChar char="–"/>
            </a:pPr>
            <a:r>
              <a:rPr lang="es-ES" sz="2400" dirty="0"/>
              <a:t> 44.5 % validación</a:t>
            </a:r>
          </a:p>
          <a:p>
            <a:pPr lvl="2">
              <a:buFont typeface="Tw Cen MT" panose="020B0602020104020603" pitchFamily="34" charset="0"/>
              <a:buChar char="–"/>
            </a:pPr>
            <a:r>
              <a:rPr lang="es-ES" sz="2400" dirty="0"/>
              <a:t> 43 % test</a:t>
            </a:r>
          </a:p>
          <a:p>
            <a:pPr marL="457200" lvl="1" indent="0">
              <a:buNone/>
            </a:pPr>
            <a:endParaRPr lang="es-ES" sz="2400" dirty="0"/>
          </a:p>
          <a:p>
            <a:endParaRPr lang="es-ES" sz="28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472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83A4C-7900-459C-AE3B-71BD7329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Red neuronal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A81B0F-72EB-46D3-B7F1-4A170C2C5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73963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EE933-1A21-4A87-883E-2E130041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svm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4EE63F-38FA-4051-AE9A-61B01D13B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40840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01C95-A29B-403C-921E-17FA67E5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Validación y porcentajes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C2DC72-5C51-42E3-9350-F1343DA68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6307265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{92BAA196-1079-4192-ACA5-5965418E49B0}tf04033919</Template>
  <TotalTime>192</TotalTime>
  <Words>108</Words>
  <Application>Microsoft Office PowerPoint</Application>
  <PresentationFormat>Panorámica</PresentationFormat>
  <Paragraphs>26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Aharoni</vt:lpstr>
      <vt:lpstr>Arial</vt:lpstr>
      <vt:lpstr>Tw Cen MT</vt:lpstr>
      <vt:lpstr>Circuito</vt:lpstr>
      <vt:lpstr>Aprendizaje automático y minería de datos  Trabajo final Clasificador de flores</vt:lpstr>
      <vt:lpstr>Objetivo</vt:lpstr>
      <vt:lpstr>Carga</vt:lpstr>
      <vt:lpstr>Regresión logística</vt:lpstr>
      <vt:lpstr>Red neuronal</vt:lpstr>
      <vt:lpstr>svm</vt:lpstr>
      <vt:lpstr>Validación y porcentajes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automático y minería de datos  Trabajo final Clasificador de flores</dc:title>
  <dc:creator>Celia Castaños</dc:creator>
  <cp:lastModifiedBy>Celia Castaños</cp:lastModifiedBy>
  <cp:revision>12</cp:revision>
  <dcterms:created xsi:type="dcterms:W3CDTF">2020-02-03T20:24:11Z</dcterms:created>
  <dcterms:modified xsi:type="dcterms:W3CDTF">2020-02-03T23:59:21Z</dcterms:modified>
</cp:coreProperties>
</file>